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Magister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certification prep for CISSP, OSCP, and Claude CCA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097280" cy="5486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AI tutoring for the certifications that matter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3891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4F9CF7">
              <a:alpha val="15000"/>
            </a:srgbClr>
          </a:solidFill>
          <a:ln w="12700">
            <a:solidFill>
              <a:srgbClr val="4F9C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89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9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43891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4389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43891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F5B800">
              <a:alpha val="15000"/>
            </a:srgbClr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4389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people want certs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are the gatekeepers of the cybersecurity and AI industries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74904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4864" cy="1371600"/>
          </a:xfrm>
          <a:prstGeom prst="rect">
            <a:avLst/>
          </a:prstGeom>
          <a:solidFill>
            <a:srgbClr val="4F9C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9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$131K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CISSP salary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Highest-paying non-management security role. Requires the cert to even get the interview.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74904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3736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Unfilled cyber jobs globally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 shortage is massive. Certs are the fastest way employers filter candidates.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74904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8328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salary with OSCP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OffSec-certified pentesters earn 42% more than non-certified peers. The ROI is clear.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83280"/>
            <a:ext cx="374904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383280"/>
            <a:ext cx="54864" cy="137160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02920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CCA is brand new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is the hottest field in tech. First movers who get certified will own the market.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Lori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MAGISTER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certifications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industry knowledge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confidence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student at BU. Joined the cybersecurity club wanting to break into the field. Signed up for NCAE Cyber Games with zero existing knowledge.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2336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Magister for 3 months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MAGISTER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Improved Player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her competitive cybersecurity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in Infrastructure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NCAE Cyber Games regional competition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in CTF Challenges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beating teammates with years of experience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"Lori isn't exceptional. The </a:t>
            </a:r>
            <a:pPr indent="0" marL="0">
              <a:buNone/>
            </a:pPr>
            <a:r>
              <a:rPr lang="en-US" sz="1400" b="1" i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</a:t>
            </a:r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 prep is broken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exams, predatory pricing, and prep tools stuck in 2010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46888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9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$749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exam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attempt. Fail and pay again.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46888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$1,749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0" y="2194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 exam + labs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expensive cert in security.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46888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 fail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First-time. Because memorization doesn't work.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246888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$4.2B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market size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8% YoY. Zero AI-native players.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3154680"/>
            <a:ext cx="246888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65760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tutors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is static question banks and video.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154680"/>
            <a:ext cx="246888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4652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ISC2, OffSec, Anthropic control everything.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market teaches you to recognize answers, not understand concepts.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win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804672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6888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7784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804672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after submission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Socratic dialogue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804672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fixed curriculum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gaps, adjusts live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804672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"Watch this 40hr course"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jargon, uses analogies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804672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 labs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$1,749 lab access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VM scenarios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804672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CCA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exists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First-of-its-kind prep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804672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$50–300/mo + exam fees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demo, fraction of cost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804672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yes, feedback no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tutoring, anytime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certs. One AI tutor.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560320" cy="3291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2560320" cy="54864"/>
          </a:xfrm>
          <a:prstGeom prst="rect">
            <a:avLst/>
          </a:prstGeom>
          <a:solidFill>
            <a:srgbClr val="4F9C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08760"/>
            <a:ext cx="457200" cy="457200"/>
          </a:xfrm>
          <a:prstGeom prst="ellipse">
            <a:avLst/>
          </a:prstGeom>
          <a:solidFill>
            <a:srgbClr val="4F9C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08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domains · $749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"Think like a security manager"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Management, Asset Security, Architecture, Network Security, IAM, Assessment, Operations, Software Security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280160"/>
            <a:ext cx="2560320" cy="3291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28016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703320" y="15087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1508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7680" y="1737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skill areas · $1,749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"Hack boxes, write reports"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Enumeration, Exploitation, Privilege Escalation, Pivoting, Active Directory, Web Attacks, Report Writing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280160"/>
            <a:ext cx="2560320" cy="3291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280160"/>
            <a:ext cx="2560320" cy="5486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1508760"/>
            <a:ext cx="457200" cy="45720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1508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CCA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1737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topics · $250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"Build production-grade AI"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Fundamentals, Prompt Engineering, Tool Use, MCP, Agent Design, Architecture, Safety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88720" y="1463040"/>
            <a:ext cx="640080" cy="640080"/>
          </a:xfrm>
          <a:prstGeom prst="ellipse">
            <a:avLst/>
          </a:prstGeom>
          <a:solidFill>
            <a:srgbClr val="4F9CF7">
              <a:alpha val="20000"/>
            </a:srgbClr>
          </a:solidFill>
          <a:ln w="25400">
            <a:solidFill>
              <a:srgbClr val="4F9C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9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cert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CISSP, OSCP, or Claude CCA.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domain or skill area.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783080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383280" y="1463040"/>
            <a:ext cx="640080" cy="640080"/>
          </a:xfrm>
          <a:prstGeom prst="ellipse">
            <a:avLst/>
          </a:prstGeom>
          <a:solidFill>
            <a:srgbClr val="EF4444">
              <a:alpha val="2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3464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real scenarios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multiple choice. Explain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reasoning — like the real exam.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577840" y="1463040"/>
            <a:ext cx="640080" cy="640080"/>
          </a:xfrm>
          <a:prstGeom prst="ellipse">
            <a:avLst/>
          </a:prstGeom>
          <a:solidFill>
            <a:srgbClr val="F5B800">
              <a:alpha val="20000"/>
            </a:srgbClr>
          </a:solidFill>
          <a:ln w="25400">
            <a:solidFill>
              <a:srgbClr val="F5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Socratic feedback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pushes deeper. Asks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WHY. Teaches when you're stuck.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783080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772400" y="1463040"/>
            <a:ext cx="640080" cy="640080"/>
          </a:xfrm>
          <a:prstGeom prst="ellipse">
            <a:avLst/>
          </a:prstGeom>
          <a:solidFill>
            <a:srgbClr val="22C55E">
              <a:alpha val="2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knowledge map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2376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report shows gaps,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misconceptions, and next steps.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produces a diagnostic handoff — the artifact a $200/hr human tutor would create.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OSCP difference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terminal-native learning experience for offensive security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0" cy="292608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27632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627632"/>
            <a:ext cx="137160" cy="13716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627632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[magister] 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You've found a Linux server with 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22, 80, and 3306 open. WordPress 5.2.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your next move?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-sC -p 22,80,3306 10.10.10.5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[magister] 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start. -sV detects versions,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-sC runs default scripts. What will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look for in the output?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365760" cy="36576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1554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Terminal-style UI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prompt, green text, monospace — feels like a real pentest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365760" cy="36576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 guidance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nmap, gobuster, Burp, linpeas, BloodHound, Impacket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3108960"/>
            <a:ext cx="365760" cy="36576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108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labs (coming)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real vulnerable machines with AI-guided methodology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3886200"/>
            <a:ext cx="365760" cy="36576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886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AI-graded pentest reports — the skill nobody else teaches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zero to first place in 3 months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8288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1828800" cy="54864"/>
          </a:xfrm>
          <a:prstGeom prst="rect">
            <a:avLst/>
          </a:prstGeom>
          <a:solidFill>
            <a:srgbClr val="4F9C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9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NCAE Cyber Games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463040"/>
            <a:ext cx="18288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463040"/>
            <a:ext cx="18288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78892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Challenges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experienced teammates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8288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463040"/>
            <a:ext cx="1828800" cy="5486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Improved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cyber team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1463040"/>
            <a:ext cx="18288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86600" y="1463040"/>
            <a:ext cx="18288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3mo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70866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competing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knowledge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Lori isn't exceptional. The tool is.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56032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CISSP, OSCP, Claude CCA tutoring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UI for OSCP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adaptive prompts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handoff reports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56032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280160"/>
            <a:ext cx="2560320" cy="54864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19202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VM labs (Vultr)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 report writing + AI grading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CCA API playground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spaced repetition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56032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280160"/>
            <a:ext cx="2560320" cy="54864"/>
          </a:xfrm>
          <a:prstGeom prst="rect">
            <a:avLst/>
          </a:prstGeom>
          <a:solidFill>
            <a:srgbClr val="4F9CF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9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Security+, CEH, AWS SAA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Team/enterprise accounts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pass guarantee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memorizing.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understanding.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926080" y="3108960"/>
            <a:ext cx="3291840" cy="50292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3108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magister.xors.xyz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F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done right multiplies what humans can do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Magister by XORS — AI-Native Certification Prep</dc:title>
  <dc:subject>PptxGenJS Presentation</dc:subject>
  <dc:creator>XORS</dc:creator>
  <cp:lastModifiedBy>XORS</cp:lastModifiedBy>
  <cp:revision>1</cp:revision>
  <dcterms:created xsi:type="dcterms:W3CDTF">2026-04-08T16:28:36Z</dcterms:created>
  <dcterms:modified xsi:type="dcterms:W3CDTF">2026-04-08T16:28:36Z</dcterms:modified>
</cp:coreProperties>
</file>